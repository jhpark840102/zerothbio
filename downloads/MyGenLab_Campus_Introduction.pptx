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e076296a414f5b" /><Relationship Type="http://schemas.openxmlformats.org/officeDocument/2006/relationships/extended-properties" Target="/docProps/app.xml" Id="R94a8c35f3b0a4f80" /><Relationship Type="http://schemas.openxmlformats.org/officeDocument/2006/relationships/officeDocument" Target="/ppt/presentation.xml" Id="R148a14c4917d42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e89a5885b4cae"/>
  </p:sldMasterIdLst>
  <p:notesMasterIdLst>
    <p:notesMasterId xmlns:r="http://schemas.openxmlformats.org/officeDocument/2006/relationships" r:id="Ra4028e0fa4af4194"/>
  </p:notesMasterIdLst>
  <p:sldIdLst>
    <p:sldId xmlns:r="http://schemas.openxmlformats.org/officeDocument/2006/relationships" id="256" r:id="R54abdaf0b27d4017"/>
    <p:sldId xmlns:r="http://schemas.openxmlformats.org/officeDocument/2006/relationships" id="257" r:id="R11a8aa982c33467a"/>
    <p:sldId xmlns:r="http://schemas.openxmlformats.org/officeDocument/2006/relationships" id="258" r:id="R93917d3fb2d34fcb"/>
    <p:sldId xmlns:r="http://schemas.openxmlformats.org/officeDocument/2006/relationships" id="259" r:id="R7da21863ef20498e"/>
    <p:sldId xmlns:r="http://schemas.openxmlformats.org/officeDocument/2006/relationships" id="260" r:id="R7f08dcb5425b481d"/>
    <p:sldId xmlns:r="http://schemas.openxmlformats.org/officeDocument/2006/relationships" id="261" r:id="R6207f97f86e54f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d398334ae4ec0" /><Relationship Type="http://schemas.openxmlformats.org/officeDocument/2006/relationships/slideMaster" Target="/ppt/slideMasters/slideMaster1.xml" Id="Rd8ae89a5885b4cae" /><Relationship Type="http://schemas.openxmlformats.org/officeDocument/2006/relationships/notesMaster" Target="/ppt/notesMasters/notesMaster1.xml" Id="Ra4028e0fa4af4194" /><Relationship Type="http://schemas.openxmlformats.org/officeDocument/2006/relationships/presProps" Target="/ppt/presProps.xml" Id="R7c29cb1f5adc4450" /><Relationship Type="http://schemas.openxmlformats.org/officeDocument/2006/relationships/tableStyles" Target="/ppt/tableStyles.xml" Id="R9610edcc1ac94c9e" /><Relationship Type="http://schemas.openxmlformats.org/officeDocument/2006/relationships/slide" Target="/ppt/slides/slide1.xml" Id="R54abdaf0b27d4017" /><Relationship Type="http://schemas.openxmlformats.org/officeDocument/2006/relationships/slide" Target="/ppt/slides/slide2.xml" Id="R11a8aa982c33467a" /><Relationship Type="http://schemas.openxmlformats.org/officeDocument/2006/relationships/slide" Target="/ppt/slides/slide3.xml" Id="R93917d3fb2d34fcb" /><Relationship Type="http://schemas.openxmlformats.org/officeDocument/2006/relationships/slide" Target="/ppt/slides/slide4.xml" Id="R7da21863ef20498e" /><Relationship Type="http://schemas.openxmlformats.org/officeDocument/2006/relationships/slide" Target="/ppt/slides/slide5.xml" Id="R7f08dcb5425b481d" /><Relationship Type="http://schemas.openxmlformats.org/officeDocument/2006/relationships/slide" Target="/ppt/slides/slide6.xml" Id="R6207f97f86e54f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9c9459837743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a8485febb145ad" /><Relationship Type="http://schemas.openxmlformats.org/officeDocument/2006/relationships/notesMaster" Target="/ppt/notesMasters/notesMaster1.xml" Id="R7cde72bb614344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7e6231075c4be6" /><Relationship Type="http://schemas.openxmlformats.org/officeDocument/2006/relationships/notesMaster" Target="/ppt/notesMasters/notesMaster1.xml" Id="Rc05e6d46181b4b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81d72eb0a94776" /><Relationship Type="http://schemas.openxmlformats.org/officeDocument/2006/relationships/notesMaster" Target="/ppt/notesMasters/notesMaster1.xml" Id="Rea478ec2e51141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08fd538dfe421e" /><Relationship Type="http://schemas.openxmlformats.org/officeDocument/2006/relationships/notesMaster" Target="/ppt/notesMasters/notesMaster1.xml" Id="Rf3143451dfe344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3fb852cc294e30" /><Relationship Type="http://schemas.openxmlformats.org/officeDocument/2006/relationships/notesMaster" Target="/ppt/notesMasters/notesMaster1.xml" Id="R1c81eb59d3f44e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ba66b288b143e6" /><Relationship Type="http://schemas.openxmlformats.org/officeDocument/2006/relationships/notesMaster" Target="/ppt/notesMasters/notesMaster1.xml" Id="Rc40a3d8feabe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1a5f6fd9c4b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c9bab61754c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24288b18544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ae091de6e4f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1f1eb356d40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8d7b0a3914e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332C6F-5224-4CF6-A1E2-78B5CF9A91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E1CFB5-B825-45AB-8CA9-6E2302DC16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E182D0-3B65-47C9-9AC1-E3C3F62A91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A32808-18FD-43CE-85AF-3F44F2227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B55333-907A-45EF-A38B-FD2C4D516E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4326F4-33E0-414F-844E-58A8B881F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30EF4C-A3A9-440D-A331-72A3E1008C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B8DE2D-946D-4257-A968-FFCA1ED40B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7ABAA0-EF97-4879-B8C6-2B0A27220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7726AA-BD61-4F87-949E-4EA8E16374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2b9e2fd25d4d32" /><Relationship Type="http://schemas.openxmlformats.org/officeDocument/2006/relationships/slideLayout" Target="/ppt/slideLayouts/slideLayout1.xml" Id="R5f3a36884d694cec" /><Relationship Type="http://schemas.openxmlformats.org/officeDocument/2006/relationships/slideLayout" Target="/ppt/slideLayouts/slideLayout2.xml" Id="R6651d501d26448f2" /><Relationship Type="http://schemas.openxmlformats.org/officeDocument/2006/relationships/slideLayout" Target="/ppt/slideLayouts/slideLayout3.xml" Id="R0681dba4723a4d61" /><Relationship Type="http://schemas.openxmlformats.org/officeDocument/2006/relationships/slideLayout" Target="/ppt/slideLayouts/slideLayout4.xml" Id="Rd41a61db3049428b" /><Relationship Type="http://schemas.openxmlformats.org/officeDocument/2006/relationships/slideLayout" Target="/ppt/slideLayouts/slideLayout5.xml" Id="Rf6a60077549346b1" /><Relationship Type="http://schemas.openxmlformats.org/officeDocument/2006/relationships/slideLayout" Target="/ppt/slideLayouts/slideLayout6.xml" Id="R87ea6275da1541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3a36884d694cec"/>
    <p:sldLayoutId xmlns:r="http://schemas.openxmlformats.org/officeDocument/2006/relationships" id="2147483650" r:id="R6651d501d26448f2"/>
    <p:sldLayoutId xmlns:r="http://schemas.openxmlformats.org/officeDocument/2006/relationships" id="2147483651" r:id="R0681dba4723a4d61"/>
    <p:sldLayoutId xmlns:r="http://schemas.openxmlformats.org/officeDocument/2006/relationships" id="2147483652" r:id="Rd41a61db3049428b"/>
    <p:sldLayoutId xmlns:r="http://schemas.openxmlformats.org/officeDocument/2006/relationships" id="2147483653" r:id="Rf6a60077549346b1"/>
    <p:sldLayoutId xmlns:r="http://schemas.openxmlformats.org/officeDocument/2006/relationships" id="2147483654" r:id="R87ea6275da1541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8a581f14e4431" /><Relationship Type="http://schemas.openxmlformats.org/officeDocument/2006/relationships/image" Target="/ppt/media/image.png" Id="R414b78805e024d8b" /><Relationship Type="http://schemas.openxmlformats.org/officeDocument/2006/relationships/notesSlide" Target="/ppt/notesSlides/notesSlide1.xml" Id="Rb77ffd51ff9943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e0fa2137bd43a5" /><Relationship Type="http://schemas.openxmlformats.org/officeDocument/2006/relationships/image" Target="/ppt/media/image2.png" Id="R1990a44d725640e5" /><Relationship Type="http://schemas.openxmlformats.org/officeDocument/2006/relationships/notesSlide" Target="/ppt/notesSlides/notesSlide2.xml" Id="Rd0352217f6b140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3d8ec250c4c4b" /><Relationship Type="http://schemas.openxmlformats.org/officeDocument/2006/relationships/image" Target="/ppt/media/image3.png" Id="Ra6e6f56f74ac4b89" /><Relationship Type="http://schemas.openxmlformats.org/officeDocument/2006/relationships/notesSlide" Target="/ppt/notesSlides/notesSlide3.xml" Id="R20a213106f7b47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6f8d0ccb44369" /><Relationship Type="http://schemas.openxmlformats.org/officeDocument/2006/relationships/image" Target="/ppt/media/image4.png" Id="R357f9cc8e196401e" /><Relationship Type="http://schemas.openxmlformats.org/officeDocument/2006/relationships/notesSlide" Target="/ppt/notesSlides/notesSlide4.xml" Id="R15a122ab298644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92f1d237b49ea" /><Relationship Type="http://schemas.openxmlformats.org/officeDocument/2006/relationships/image" Target="/ppt/media/image5.png" Id="R09e8fb81f9934f2e" /><Relationship Type="http://schemas.openxmlformats.org/officeDocument/2006/relationships/notesSlide" Target="/ppt/notesSlides/notesSlide5.xml" Id="Raab2a765fb744a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a1f2bbb9c4bd9" /><Relationship Type="http://schemas.openxmlformats.org/officeDocument/2006/relationships/image" Target="/ppt/media/image6.png" Id="R7123af1e6a38457b" /><Relationship Type="http://schemas.openxmlformats.org/officeDocument/2006/relationships/notesSlide" Target="/ppt/notesSlides/notesSlide6.xml" Id="R33516e017ae346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294FE-C826-4AF7-9DA6-3874AEFE53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b78805e024d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741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1343F-E2D1-43C9-9DC7-265F3049E9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0a44d725640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489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A5379-7ADC-43A9-9805-043A078C6B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6f56f74ac4b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678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6827E-A763-447C-B518-C39AAC32F1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f9cc8e19640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854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D45C4-9A66-419D-A472-522B12F7B3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8fb81f9934f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04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6BB4E-B9D2-4487-A759-0A585B991C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3af1e6a3845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41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2026-10-12T00:58:53.5750000Z</dcterms:created>
  <dcterms:modified xsi:type="dcterms:W3CDTF">2026-10-12T00:58:53.5750000Z</dcterms:modified>
</coreProperties>
</file>